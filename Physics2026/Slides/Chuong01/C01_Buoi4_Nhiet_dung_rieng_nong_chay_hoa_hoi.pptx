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7B241C"/>
                </a:solidFill>
                <a:latin typeface="Arial"/>
              </a:rPr>
              <a:t>Nhiệt dung riêng. Nhiệt nóng chảy riêng. Nhiệt hoá hơi riêng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4 — Nhiệt dung riêng, nhiệt nóng chảy riêng, nhiệt hoá hơi riêng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703320"/>
            <a:ext cx="18288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904487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554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Phát biểu và vận dụng được ba công thức Q = mcΔT, Q = mλ, Q = mL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Nêu được ý nghĩa vật lí và đơn vị của c, λ, 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Trình bày được phương án thí nghiệm đo nhiệt dung riêng của nước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C0392B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Ba đại lượng, ba công thức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Mỗi công thức ứng với một loại quá trình khác nhau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Nhiệt dung riêng 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Nhiệt nóng chảy riêng 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Nhiệt hoá hơi riêng 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Chọn đúng công thức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Ba công thức nền tảng của chương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4 –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27080" cy="2933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3D3D"/>
                </a:solidFill>
                <a:latin typeface="Arial"/>
              </a:rPr>
              <a:t>Câu hỏi đầu tiên khi gặp bài tập: trong giai đoạn này nhiệt độ CÓ đổi hay KHÔNG đổi?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88654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188654"/>
            <a:ext cx="68580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_61ae40ad793060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2444686"/>
            <a:ext cx="2093975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0680" y="2469578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Vật NÓNG LÊN hoặc NGUỘI ĐI mà không đổi thể — c là nhiệt dung riêng, J/(kg·K).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2510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322510"/>
            <a:ext cx="68580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_f23b21a36f8705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527" y="3578542"/>
            <a:ext cx="1432560" cy="5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3603434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Vật đang NÓNG CHẢY (hoặc đông đặc) ở nhiệt độ nóng chảy — λ là nhiệt nóng chảy riêng, J/kg.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56366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4456366"/>
            <a:ext cx="68580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_c684ce02dc5255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191" y="4712398"/>
            <a:ext cx="1475232" cy="5120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0680" y="4737290"/>
            <a:ext cx="5943599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Vật đang HOÁ HƠI (hoặc ngưng tụ) ở nhiệt độ sôi — L là nhiệt hoá hơi riêng, J/kg.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08510"/>
            <a:ext cx="41148" cy="31432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626798"/>
            <a:ext cx="10698480" cy="4057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3D3D3D"/>
                </a:solidFill>
                <a:latin typeface="Arial"/>
              </a:rPr>
              <a:t>Nhiệt độ đổi ⇒ dùng mcΔT.  Nhiệt độ không đổi mà đang chuyển thể ⇒ dùng mλ hoặc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Ý nghĩa vật lí của ba đại lượng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4 –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Ý NGHĨA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6890"/>
            <a:ext cx="27844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687" y="1486890"/>
            <a:ext cx="10511472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nhiệt lượng cần cung cấp cho 1 kg chất để nhiệt độ tăng thêm 1 K. Nước có c = 4200 J/(kg·K) — thuộc loại lớn nhất trong các chất thông thường.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5014"/>
            <a:ext cx="27844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5687" y="2225014"/>
            <a:ext cx="10511472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nhiệt lượng cần cung cấp để làm nóng chảy hoàn toàn 1 kg chất ĐANG Ở nhiệt độ nóng chảy. Nước đá: λ = 3,4·10⁵ J/kg.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63138"/>
            <a:ext cx="292338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578" y="2963138"/>
            <a:ext cx="10497581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nhiệt lượng cần cung cấp để làm hoá hơi hoàn toàn 1 kg chất lỏng ĐANG Ở nhiệt độ sôi. Nước: L = 2,26·10⁶ J/kg.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56126"/>
            <a:ext cx="10927080" cy="12801"/>
          </a:xfrm>
          <a:prstGeom prst="rect">
            <a:avLst/>
          </a:prstGeom>
          <a:solidFill>
            <a:srgbClr val="F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3847566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7B241C"/>
                </a:solidFill>
                <a:latin typeface="Arial"/>
              </a:rPr>
              <a:t>Vì sao nước có nhiệt dung riêng lớn lại quan trọng?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4794"/>
            <a:ext cx="27694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309" y="4274794"/>
            <a:ext cx="1069585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Nước biển giữ cho khí hậu vùng ven biển điều hoà, ngày không quá nóng, đêm không quá lạnh.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12918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309" y="5012918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Nước được dùng làm chất tải nhiệt trong động cơ ô tô và nhà máy điện.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20842"/>
            <a:ext cx="41148" cy="70230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48274"/>
            <a:ext cx="10698480" cy="7023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3D3D3D"/>
                </a:solidFill>
                <a:latin typeface="Arial"/>
              </a:rPr>
              <a:t>λ và L luôn kèm điều kiện “đang ở đúng nhiệt độ chuyển thể”. Nước đá ở −10 °C thì phải làm ấm lên 0 °C trước, rồi mới nói tới 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Bảng hằng số dùng thống nhất trong cả khoá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29368" y="420624"/>
            <a:ext cx="102252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29368" y="475488"/>
            <a:ext cx="1022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TRA CỨU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10927078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886"/>
                <a:gridCol w="2023533"/>
                <a:gridCol w="2023533"/>
                <a:gridCol w="2023533"/>
                <a:gridCol w="2630593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Chất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 (J/kg·K)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λ (J/kg)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 (J/kg)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Nhiệt độ chuyển thể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Nước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4 200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2,26·10⁶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sôi ở 100 °C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Nước đá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2 100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3,4·10⁵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nóng chảy ở 0 °C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Nhôm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3,9·10⁵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nóng chảy ở 660 °C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Sắt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2,7·10⁵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nóng chảy ở 1538 °C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Đồng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1,8·10⁵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nóng chảy ở 1083 °C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Chì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0,25·10⁵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nóng chảy ở 327 °C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486399"/>
            <a:ext cx="41148" cy="46583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5495543"/>
            <a:ext cx="10698480" cy="6304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D3D3D"/>
                </a:solidFill>
                <a:latin typeface="Arial"/>
              </a:rPr>
              <a:t>Quy luật đáng nhớ: kim loại càng nặng thì nhiệt dung riêng càng nhỏ. Vì vậy cùng khối lượng và cùng nhiệt lượng, chì nóng lên nhanh hơn nhôm rất nhiều.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Đọc đồ thị Q – ΔT để so sánh nhiệt dung riêng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ĐỒ THỊ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199" y="1926033"/>
            <a:ext cx="5486400" cy="3774028"/>
          </a:xfrm>
          <a:prstGeom prst="rect">
            <a:avLst/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n_dt_Q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39" y="2017473"/>
            <a:ext cx="5303520" cy="35911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19" y="5727494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Nhiệt lượng cung cấp theo độ tăng nhiệt độ của hai chất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31530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7B241C"/>
                </a:solidFill>
                <a:latin typeface="Arial"/>
              </a:rPr>
              <a:t>Ý tưởng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2502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51" y="2242502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Từ Q = mcΔT suy ra đồ thị Q theo ΔT là đường thẳng qua gốc, hệ số góc bằng m·c.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47606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51" y="2947606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Hai mẫu có cùng khối lượng: mẫu nào dốc hơn thì nhiệt dung riêng lớn hơn.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98430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7B241C"/>
                </a:solidFill>
                <a:latin typeface="Arial"/>
              </a:rPr>
              <a:t>Trên đồ thị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109402"/>
            <a:ext cx="2998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5124" y="4109402"/>
            <a:ext cx="46470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Chất X dốc hơn chất Y ⇒ c của X lớn hơn c của 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81486"/>
            <a:ext cx="41148" cy="95821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7" y="4808918"/>
            <a:ext cx="498347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Nếu đề cho hai mẫu KHÁC khối lượng thì hệ số góc là tích m·c, phải chia cho m rồi mới so sánh 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Đồ thị đun ba chất bằng cùng một bếp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ĐỒ THỊ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7234"/>
            <a:ext cx="5486400" cy="3671626"/>
          </a:xfrm>
          <a:prstGeom prst="rect">
            <a:avLst/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n_dt_bat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68674"/>
            <a:ext cx="5303520" cy="34887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676293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Nhiệt độ theo thời gian của ba chất được đun cùng công suất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65477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7B241C"/>
                </a:solidFill>
                <a:latin typeface="Arial"/>
              </a:rPr>
              <a:t>Cách suy luận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76449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651" y="2576449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Cùng một bếp ⇒ trong cùng thời gian, ba chất nhận CÙNG một nhiệt lượng.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81553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651" y="3281553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Q = mcΔT không đổi ⇒ chất nào ΔT lớn hơn thì tích m·c nhỏ hơn.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3986657"/>
            <a:ext cx="2998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0124" y="3986657"/>
            <a:ext cx="464703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Đường (1) dốc nhất ⇒ m·c nhỏ nhất.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4361561"/>
            <a:ext cx="29986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0124" y="4361561"/>
            <a:ext cx="4647035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Đường (3) thoải nhất ⇒ m·c lớn nhất.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736465"/>
            <a:ext cx="41148" cy="66929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6248" y="4763897"/>
            <a:ext cx="4983479" cy="66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Chỉ khi ba mẫu cùng khối lượng mới kết luận trực tiếp được về 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Phương án thí nghiệm đo nhiệt dung riêng của nước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398" y="420624"/>
            <a:ext cx="122949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398" y="475488"/>
            <a:ext cx="12294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THỰC HÀNH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19" y="2450788"/>
            <a:ext cx="5212080" cy="2724518"/>
          </a:xfrm>
          <a:prstGeom prst="rect">
            <a:avLst/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n_sd_tn_do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2542228"/>
            <a:ext cx="5029200" cy="2541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39" y="5202739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Bố trí thí nghiệm đo nhiệt dung riêng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61349"/>
            <a:ext cx="548639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7B241C"/>
                </a:solidFill>
                <a:latin typeface="Arial"/>
              </a:rPr>
              <a:t>Bốn bước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2321"/>
            <a:ext cx="360739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099" y="2572321"/>
            <a:ext cx="5171380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Cân để biết khối lượng nước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63735"/>
            <a:ext cx="360739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099" y="2963735"/>
            <a:ext cx="517138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Đọc hiệu điện thế U và cường độ dòng điện I; bấm giờ đo thời gian 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68839"/>
            <a:ext cx="360739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099" y="3668839"/>
            <a:ext cx="5171380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Đọc độ tăng nhiệt độ ΔT trên nhiệt kế.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0253"/>
            <a:ext cx="360739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099" y="4060253"/>
            <a:ext cx="5171380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Tính c = UIt / (m·ΔT).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51667"/>
            <a:ext cx="41148" cy="95821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79099"/>
            <a:ext cx="525779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Nguồn sai số chính: nhiệt toả ra môi trường và nhiệt mà bình thu vào — cả hai đều làm giá trị c đo được LỚN hơn giá trị thực.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Ví dụ — Bài toán nhiều giai đoạn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4 –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Tính nhiệt lượng cần cung cấp để biến 0,50 kg nước đá ở −20 °C thành nước ở 40 °C. Cho c(nước đá) = 2100 J/(kg·K), λ = 3,4·10⁵ J/kg, c(nước) = 4200 J/(kg·K).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3184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833184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Làm ấm nước đá từ −20 °C lên 0 °C:  Q₁ = 0,50·2100·20 = 21 000 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88911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188911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Làm nóng chảy hoàn toàn nước đá ở 0 °C:  Q₂ = 0,50·3,4·10⁵ = 170 000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44638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544638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Làm nóng nước từ 0 °C lên 40 °C:  Q₃ = 0,50·4200·40 = 84 000 J.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0036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390036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Cộng lại:  Q = 21 000 + 170 000 + 84 000 = 275 000 J = 275 kJ.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56092"/>
            <a:ext cx="41148" cy="6527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283524"/>
            <a:ext cx="10698480" cy="65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Luôn tách bài toán thành các GIAI ĐOẠN theo đồ thị nhiệt độ – thời gian. Giai đoạn nghiêng dùng mcΔT, giai đoạn ngang dùng mλ hoặc mL. Bỏ sót giai đoạn 2 là lỗi phổ biến nhất.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00312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Đáp số: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966" y="5000312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Q = 275 kJ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21606"/>
            <a:ext cx="10927080" cy="829056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267910"/>
            <a:ext cx="10515600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Cùng cung cấp 10 kJ cho 1 kg nước và 1 kg nhôm (c(nước) = 4200, c(nhôm) = 880 J/kg·K). So sánh độ tăng nhiệt độ của hai vật.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78678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17926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Nước tăng nhiều hơn nhôm.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78678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317926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Nhôm tăng nhiều hơn nước, khoảng 4,8 lần.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45606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746190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Hai vật tăng như nhau.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45606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1" y="3746190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Không so sánh được vì chưa biết nhiệt độ ban đầu.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22262"/>
            <a:ext cx="10927080" cy="72009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45942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4459422"/>
            <a:ext cx="9464040" cy="49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Từ ΔT = Q/(mc), cùng Q và cùng m thì ΔT tỉ lệ nghịch với c. ΔT(nhôm)/ΔT(nước) = 4200/880 ≈ 4,8. Nhiệt độ ban đầu không ảnh hưởng vì công thức chỉ liên quan tới độ biến thiên.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Tổng kết buổi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7155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B241C"/>
                </a:solidFill>
                <a:latin typeface="Arial"/>
              </a:rPr>
              <a:t>Bốn ý phải nhớ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9999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2789999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Nhiệt độ đổi ⇒ Q = mcΔT.  Nhiệt độ không đổi mà chuyển thể ⇒ Q = mλ hoặc Q = 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8593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478593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λ và L chỉ dùng khi chất ĐANG Ở đúng nhiệt độ chuyển thể.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7187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4167187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Đồ thị Q–ΔT: hệ số góc bằng m·c.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50346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946" y="4550346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Bài toán nhiều giai đoạn: tách theo đồ thị rồi cộng nhiệt lượng từng giai đoạn.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9266" y="2632201"/>
            <a:ext cx="4177893" cy="236169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6154" y="2851658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B241C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345434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345434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Đề 4 và Đề 5 – Chương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3703828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3703828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Học thuộc bảng hằng số c, λ, 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6154" y="4062222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2657" y="4062222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Viết lại lời giải ví dụ nhiều giai đoạn bằng ngôn ngữ của mình.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