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kinh điển của đề thi: cho đồ thị trên một hệ trục, yêu cầu vẽ lại trên hệ trục khác. Hãy luyện kĩ dạng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0B4F42"/>
                </a:solidFill>
                <a:latin typeface="Arial"/>
              </a:rPr>
              <a:t>Định luật Boyle. Định luật Charles. Định luật Gay-Lussac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2 — Ba định luật chất khí: Boyle, Charles và Gay-Lussac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Phát biểu và vận dụng được ba định luật chất khí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Nhận dạng đúng quá trình đẳng nhiệt, đẳng áp, đẳng tích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17A65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Đọc và vẽ được đồ thị của ba quá trình trên mọi hệ trục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4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117A65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Định luật Boyle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Quá trình đẳng nhiệt: nhiệt độ không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Thí nghiệm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Phát biểu và công thức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Đồ thị trên ba hệ trục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Thí nghiệm khảo sát định luật Boyle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398" y="420624"/>
            <a:ext cx="122949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398" y="475488"/>
            <a:ext cx="12294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THỰC 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39" y="2470935"/>
            <a:ext cx="5394960" cy="2684225"/>
          </a:xfrm>
          <a:prstGeom prst="rect">
            <a:avLst/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k_sd_tn_bo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2562375"/>
            <a:ext cx="5212080" cy="25013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59" y="518259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Bố trí thí nghiệm định luật Boyle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2122"/>
            <a:ext cx="530351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Cách tiến 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03094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40" y="2403094"/>
            <a:ext cx="496825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Nhốt một lượng khí xác định trong xi lanh có thang chia thể tích.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198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340" y="3108198"/>
            <a:ext cx="496825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Ép pit-tông thật CHẬM để nhiệt độ khí kịp cân bằng với môi trường.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13302"/>
            <a:ext cx="380980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340" y="3813302"/>
            <a:ext cx="4968259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Ghi lại các cặp giá trị (p, V).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4716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40" y="4204716"/>
            <a:ext cx="496825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Tính tích p·V cho từng cặp — kết quả gần như không đổi.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09820"/>
            <a:ext cx="41148" cy="66929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37252"/>
            <a:ext cx="507491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Phải ép chậm, nếu nén nhanh khí sẽ nóng lên và quá trình không còn là đẳng nhiệt nữa.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Định luật Boyle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9 — Định luật Boyle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2933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Điều kiện áp dụng: LƯỢNG KHÍ KHÔNG ĐỔI và NHIỆT ĐỘ KHÔNG ĐỔI.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88654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188654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237c90dbb5347b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28" y="2444686"/>
            <a:ext cx="2042159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469578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Ở nhiệt độ không đổi, tích áp suất và thể tích của một lượng khí xác định là hằng số.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2510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322510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b73c58b7fcdda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091" y="3578542"/>
            <a:ext cx="2313432" cy="5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3719004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Dạng dùng để giải bài tập khi khí chuyển từ trạng thái 1 sang trạng thái 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56366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456366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_21e89b5559c40b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409" y="4712398"/>
            <a:ext cx="928797" cy="512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4737290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Áp suất tỉ lệ nghịch với thể tích: nén một nửa thể tích thì áp suất tăng gấp đôi.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08510"/>
            <a:ext cx="41148" cy="314325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626798"/>
            <a:ext cx="10698480" cy="405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Nếu đề nói khí thoát ra ngoài hoặc bơm thêm khí vào, định luật Boyle không còn dùng trực tiếp được — phải dùng phương trình Clapeyron.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Hai dạng đồ thị của quá trình đẳng nhiệt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9 — Định luật Boyle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ĐỒ THỊ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7219" y="1490472"/>
            <a:ext cx="12801" cy="4608576"/>
          </a:xfrm>
          <a:prstGeom prst="rect">
            <a:avLst/>
          </a:prstGeom>
          <a:solidFill>
            <a:srgbClr val="D6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396124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Hệ (p, 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096"/>
            <a:ext cx="5271516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Đường đẳng nhiệt trong hệ (p, V) là một nhánh HYPEBOL.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2200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651" y="3512200"/>
            <a:ext cx="5051944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Đường nằm càng xa gốc toạ độ ứng với nhiệt độ càng CAO.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17304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651" y="4217304"/>
            <a:ext cx="5051944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Đường không bao giờ cắt trục — p không thể bằng 0 khi V hữu hạn.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2396124"/>
            <a:ext cx="5271516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Hệ (p, 1/V)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2807096"/>
            <a:ext cx="5271516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Trong hệ (p, 1/V) đồ thị là ĐƯỜNG THẲNG qua gốc toạ độ.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644" y="3512200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215" y="3512200"/>
            <a:ext cx="5051944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Hệ số góc của đường thẳng chính bằng hằng số p·V.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4217304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215" y="4217304"/>
            <a:ext cx="5051944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Dạng này dùng để kiểm chứng định luật từ số liệu thí nghiệm.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Đồ thị đẳng nhiệt trong hệ (p, V)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ĐỒ THỊ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2876"/>
            <a:ext cx="5212080" cy="3880343"/>
          </a:xfrm>
          <a:prstGeom prst="rect">
            <a:avLst/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k_dt_dangnh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4316"/>
            <a:ext cx="5029200" cy="3697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780651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Hai đường đẳng nhiệt ứng với hai nhiệt độ khác nhau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854071"/>
            <a:ext cx="54863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Đọc đồ thị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265043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331" y="3265043"/>
            <a:ext cx="526682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Mỗi đường hypebol ứng với MỘT nhiệt độ.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656457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331" y="3656457"/>
            <a:ext cx="526682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Đường T₂ nằm trên đường T₁ nên T₂ &gt; T₁.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047870"/>
            <a:ext cx="41148" cy="66929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1928" y="4075303"/>
            <a:ext cx="525779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Cách kiểm tra nhanh: chọn cùng một giá trị V, đường nào cho p lớn hơn thì nhiệt độ cao hơn.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4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117A65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Định luật Charles và Gay-Lussac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Quá trình đẳng áp và quá trình đẳng tích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Định luật Charles (đẳng áp)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Định luật Gay-Lussac (đẳng tích)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17A65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Độ không tuyệt đối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Hai định luật còn lại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10 –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2933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Trong cả hai công thức, T BẮT BUỘC tính bằng kelvin. Đây là lỗi sai số một của chương.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44140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644140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760ae7fdf1d1b3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559" y="2900172"/>
            <a:ext cx="1026497" cy="5120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925064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ĐỊNH LUẬT CHARLES — quá trình ĐẲNG ÁP: thể tích tỉ lệ thuận với nhiệt độ tuyệt đối.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77996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777996"/>
            <a:ext cx="68580" cy="10241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52658f7c6aa058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152" y="4034028"/>
            <a:ext cx="1083310" cy="5120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4058920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ĐỊNH LUẬT GAY-LUSSAC — quá trình ĐẲNG TÍCH: áp suất tỉ lệ thuận với nhiệt độ tuyệt đối.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0140"/>
            <a:ext cx="41148" cy="53721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7" y="4948428"/>
            <a:ext cx="1069848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Cách nhớ tên: Charles giữ áp suất (Charles – áp), Gay-Lussac giữ thể tích. Tuy nhiên đề thi thường chỉ gọi tên quá trình, không gọi tên nhà bác học.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Thí nghiệm đẳng áp và ý nghĩa của độ không tuyệt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Ý NGHĨA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199" y="1997836"/>
            <a:ext cx="5486400" cy="3630422"/>
          </a:xfrm>
          <a:prstGeom prst="rect">
            <a:avLst/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k_dt_char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39" y="2089276"/>
            <a:ext cx="5303520" cy="34475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19" y="5655691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Thể tích khí theo nhiệt độ Celsius ở áp suất không đổi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63776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Kết quả thí nghiệm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74748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174748"/>
            <a:ext cx="499250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Đồ thị V theo t (°C) là một đường thẳng.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6162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2566162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Kéo dài đường thẳng về phía trái, nó cắt trục hoành tại khoảng −273 °C.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16985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0B4F42"/>
                </a:solidFill>
                <a:latin typeface="Arial"/>
              </a:rPr>
              <a:t>Ý nghĩa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27957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651" y="3727957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Tại −273 °C thể tích ngoại suy bằng 0 — không thể có nhiệt độ thấp hơn.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3061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651" y="4433061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Đó là lí do người ta đặt gốc của thang Kelvin tại điểm này.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38165"/>
            <a:ext cx="41148" cy="66929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165597"/>
            <a:ext cx="498347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Ngoại suy chứ không phải đo thật: mọi khí đều hoá lỏng trước khi tới gần nhiệt độ đó.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Ba quá trình trên ba hệ trục — bảng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1902" y="420624"/>
            <a:ext cx="1229987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1902" y="475488"/>
            <a:ext cx="12299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BẢNG CHỐT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2077" y="1371600"/>
            <a:ext cx="9143085" cy="3205114"/>
          </a:xfrm>
          <a:prstGeom prst="rect">
            <a:avLst/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k_dt_ba_he_tr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17" y="1435608"/>
            <a:ext cx="8960205" cy="305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649866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7A7A"/>
                </a:solidFill>
                <a:latin typeface="Arial"/>
              </a:rPr>
              <a:t>Dạng đồ thị của ba quá trình trên các hệ trục khác nhau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51618"/>
            <a:ext cx="207595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55" y="4951618"/>
            <a:ext cx="10765204" cy="276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Đường đẳng nhiệt trong hệ (p, V) là hypebol; trong hệ (p, T) và (V, T) nó là đường thẳng đứng hoặc nằm ngang tuỳ trục.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60482"/>
            <a:ext cx="207595" cy="2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55" y="5260482"/>
            <a:ext cx="10765204" cy="276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Đường đẳng tích trong (p, T) và đường đẳng áp trong (V, T) đều là ĐƯỜNG THẲNG ĐI QUA GỐC toạ độ.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Ví dụ 1 — Định luật Boyle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52578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khối khí có thể tích 6,0 L ở áp suất 1,0·10⁵ Pa. Nén đẳng nhiệt khối khí đến thể tích 2,5 L. Tính áp suất lúc sau.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6614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96614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Quá trình đẳng nhiệt, lượng khí không đổi ⇒ dùng p₁V₁ = p₂V₂.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2187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2187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1,0·10⁵ · 6,0 = p₂ · 2,5.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7759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67759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= 6,0·10⁵ / 2,5 = 2,4·10⁵ 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33326"/>
            <a:ext cx="41148" cy="37211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0758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Thể tích giảm 2,4 lần thì áp suất tăng đúng 2,4 lần — luôn kiểm tra bằng tỉ lệ nghịch trước khi chọn đáp án.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96876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Đáp số: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5966" y="4496876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= 2,4·10⁵ 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Ví dụ 2 — Định luật Gay-Lussac (bẫy đơn vị nhiệt độ)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bình kín chứa khí ở 27 °C, áp suất 2,0·10⁵ Pa. Đun nóng bình đến 127 °C. Tính áp suất khí lúc này, coi thể tích bình không đổi.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1199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311199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Bình kín, thể tích không đổi ⇒ quá trình đẳng tích ⇒ p₁/T₁ = p₂/T₂.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771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46771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Đổi sang kelvin:  T₁ = 27 + 273 = 300 K;  T₂ = 127 + 273 = 400 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2344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82344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= p₁ · T₂/T₁ = 2,0·10⁵ · 400/300 ≈ 2,67·10⁵ 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79173"/>
            <a:ext cx="41148" cy="37211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06605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Nếu lấy tỉ số 127/27 sẽ ra 9,4·10⁵ Pa — đây chính là phương án nhiễu được cài trong hầu hết các đề.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42723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Đáp số: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5966" y="4642723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p₂ ≈ 2,67·10⁵ 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23531"/>
            <a:ext cx="10927080" cy="560832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69835"/>
            <a:ext cx="10515600" cy="313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Nung nóng đẳng áp một lượng khí lí tưởng từ 27 °C lên 327 °C. Thể tích khí thay đổi thế nào?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2379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012963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Tăng 12,1 lần.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912379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3012963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Tăng 2,0 lần.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9307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579891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Tăng 1,5 lần.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79307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6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3579891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7A65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Giảm 2,0 lần.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55963"/>
            <a:ext cx="10927080" cy="72009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293123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293123"/>
            <a:ext cx="9464040" cy="49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Đẳng áp nên V ~ T. Đổi kelvin: T₁ = 300 K, T₂ = 600 K, tỉ số bằng 2,0 nên thể tích tăng gấp đôi. Đáp án 12,1 lần ứng với việc lấy sai tỉ số 327/27 — bẫy quen thuộc.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4F42"/>
                </a:solidFill>
                <a:latin typeface="Arial"/>
              </a:rPr>
              <a:t>Tổng kết buổi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4F42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II – Khí lí tưởng • Buổi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17A65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2590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4F42"/>
                </a:solidFill>
                <a:latin typeface="Arial"/>
              </a:rPr>
              <a:t>Ba công thức và một quy tắc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5434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3095434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Đẳng nhiệt:  p₁V₁ = p₂V₂.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8593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478593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Đẳng áp:  V₁/T₁ = V₂/T₂.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61752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3861752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Đẳng tích:  p₁/T₁ = p₂/T₂.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44911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946" y="4244911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Quy tắc vàng: hễ trong công thức có chữ T thì phải đổi sang kelvin.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9266" y="2632201"/>
            <a:ext cx="4177893" cy="2361692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6154" y="2851658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4F42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345434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345434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2 và Đề 3 – Chương 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3703828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3703828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Vẽ lại bảng ba quá trình trên ba hệ trục từ trí nhớ.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6154" y="4342892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7A65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657" y="4342892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Đọc trước phương trình trạng thái.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